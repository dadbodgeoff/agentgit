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00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777240" y="3246120"/>
            <a:ext cx="1188720" cy="64008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4290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control.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governance layer for AI agents in the software development lifecycle.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ship code. Nothing checks them.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gave an AI agent a real repo, a real shell, and real MCP servers. It worked — until it didn't. Then you had four questions and no good answers.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2743200"/>
            <a:ext cx="2697480" cy="3108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743200"/>
            <a:ext cx="2697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did it do?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" y="4343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trail of which file was written, which command ran, what an MCP tool returned.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82696" y="2743200"/>
            <a:ext cx="2697480" cy="3108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82696" y="2743200"/>
            <a:ext cx="2697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7016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7016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I roll back?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57016" y="4343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Mid-run failures leave you reconstructing history by hand. The good work is hostage to the bad.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2743200"/>
            <a:ext cx="2697480" cy="3108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2743200"/>
            <a:ext cx="2697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I enforce rules?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55664" y="4343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"Ask before deleting." "Never write outside this workspace." Without a control plane, these are prompts — not guarantees.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79992" y="2743200"/>
            <a:ext cx="2697480" cy="3108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79992" y="2743200"/>
            <a:ext cx="2697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54312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4312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I trust tool servers?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54312" y="4343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calling unknown MCP servers get unchecked credential access and no audit of what happened.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42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pPr indent="0" marL="0">
              <a:buNone/>
            </a:pPr>
            <a:r>
              <a:rPr lang="en-US" sz="4200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</a:t>
            </a:r>
            <a:pPr indent="0" marL="0">
              <a:buNone/>
            </a:pPr>
            <a:endParaRPr lang="en-US" sz="4200" dirty="0"/>
          </a:p>
          <a:p>
            <a:pPr indent="0" marL="0">
              <a:buNone/>
            </a:pPr>
            <a:r>
              <a:rPr lang="en-US" sz="42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layer</a:t>
            </a:r>
            <a:endParaRPr lang="en-US" sz="4200" dirty="0"/>
          </a:p>
          <a:p>
            <a:pPr indent="0" marL="0">
              <a:buNone/>
            </a:pPr>
            <a:r>
              <a:rPr lang="en-US" sz="4200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autonomous DevOps.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file write, shell command, and MCP call your agent makes is normalized, policy-checked, snapshot-backed, executed in a governed adapter, and journaled append-only — on the operator's machine, with no telemetry.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623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policy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5623560"/>
            <a:ext cx="2825496" cy="457200"/>
          </a:xfrm>
          <a:prstGeom prst="roundRect">
            <a:avLst>
              <a:gd name="adj" fmla="val 50000"/>
            </a:avLst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562356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Snapshot-backed recovery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56235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5623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Append-only audit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67344" y="562356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56235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Local-first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action flows through eight subsystems.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daemon. Eight governance stages. No action reaches the OS without passing through all of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" y="256032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" y="256032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8660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normalizer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Canonicalize intent with provenance, scope, risk hints.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05556" y="256032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05556" y="256032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1588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1588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1588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outcome: allow / deny / ask / simulate / allow_with_snapshot.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58484" y="256032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58484" y="256032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4516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14516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Snapshot engine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14516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a rollback boundary before the action runs.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11412" y="256032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11412" y="256032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7444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67444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Execution adapter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67444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 side-effect: filesystem, shell, MCP, owned function.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" y="466344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" y="466344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journal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8660" y="5577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Append-only SQLite linking action → policy → snapshot → result.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05556" y="466344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05556" y="466344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1588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1588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Recovery engine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561588" y="5577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Pre-computed plan: restore, compensate, review-only, or irreversible.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58484" y="466344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58484" y="466344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4516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14516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Timeline &amp; helper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14516" y="5577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projection of the journal. No LLM required.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11412" y="4663440"/>
            <a:ext cx="2697480" cy="192024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011412" y="4663440"/>
            <a:ext cx="91440" cy="19202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67444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67444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 surfaces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267444" y="5577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CLI, TypeScript SDK, Python SDK, inspector UI, AgentGit Cloud.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policy. No opaque ML scoring.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 are explicit, layered, and operator-owned. The same action with the same policy produces the same result, every time. Verified with golden-fixture tests in the repo.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62179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43200"/>
            <a:ext cx="10972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432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74320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runs. No approval, no snapshot.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064240" cy="62179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474720"/>
            <a:ext cx="109728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747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347472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blocked. Recorded with reason.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62179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0624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06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420624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Blocks on operator approval in the chat or CLI.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62179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937760"/>
            <a:ext cx="109728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377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493776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Dry-run. No side effects; the intent is journaled.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11064240" cy="62179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669280"/>
            <a:ext cx="109728" cy="62179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6692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allow_with_snapshot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566928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with a rollback boundary captured before execution.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Rollback is a plan. Not a wish.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5394960" cy="4434840"/>
          </a:xfrm>
          <a:prstGeom prst="rect">
            <a:avLst/>
          </a:prstGeom>
          <a:solidFill>
            <a:srgbClr val="222D3D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109728" cy="4434840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Snapshots are captured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the action runs.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policy returns allow_with_snapshot, the snapshot engine picks the cheapest class that still honors the recovery promise, captures the boundary, and only then does execution proceed.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Recovery plans are pre-computed, drill-tested, and ready to run. You don't debug — you roll back.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440680" cy="1024128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920240"/>
            <a:ext cx="91440" cy="1024128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057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Reversible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8232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from snapshot (e.g. a file write).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054096"/>
            <a:ext cx="5440680" cy="1024128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054096"/>
            <a:ext cx="91440" cy="1024128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1912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Compensatable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35570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Inverse operation (e.g. delete a created ticket).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187952"/>
            <a:ext cx="5440680" cy="1024128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4187952"/>
            <a:ext cx="91440" cy="1024128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4325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Review-only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28232" y="4690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the outcome. No automatic action.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5321808"/>
            <a:ext cx="5440680" cy="1024128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5321808"/>
            <a:ext cx="91440" cy="1024128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5458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Irreversible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28232" y="5824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Documented — and escalation is prevented.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with a real trust model.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Operators register MCP servers. Every call is gated by secret handling, container isolation, signature verification, and host / tool allowlists.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" y="2697480"/>
            <a:ext cx="36118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4380" y="2953512"/>
            <a:ext cx="402336" cy="402336"/>
          </a:xfrm>
          <a:prstGeom prst="ellipse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03020" y="2953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OS-backed secrets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Keychain / Secret Service. Never in env or dotfiles. Per-server, rotatable.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74820" y="2697480"/>
            <a:ext cx="36118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49140" y="2953512"/>
            <a:ext cx="402336" cy="402336"/>
          </a:xfrm>
          <a:prstGeom prst="ellipse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91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97780" y="2953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Digest-pinned OCI containers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914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stdio servers run in --cap-drop=ALL containers, pinned by immutable hash.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9580" y="2697480"/>
            <a:ext cx="36118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3900" y="2953512"/>
            <a:ext cx="402336" cy="402336"/>
          </a:xfrm>
          <a:prstGeom prst="ellipse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390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92540" y="2953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Cosign + SLSA verification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4390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Signature verification with SLSA provenance enforcement on remote images.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" y="4480560"/>
            <a:ext cx="36118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" y="4736592"/>
            <a:ext cx="402336" cy="402336"/>
          </a:xfrm>
          <a:prstGeom prst="ellipse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03020" y="4736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HTTPS host allowlists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438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public host list with DNS / IP scope validation and redirect revalidation.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74820" y="4480560"/>
            <a:ext cx="36118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49140" y="4736592"/>
            <a:ext cx="402336" cy="402336"/>
          </a:xfrm>
          <a:prstGeom prst="ellipse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914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97780" y="4736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Per-server tool allowlists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4914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Tool-level scope inside each server. Approval-mode overrides supported.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9580" y="4480560"/>
            <a:ext cx="36118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3900" y="4736592"/>
            <a:ext cx="402336" cy="402336"/>
          </a:xfrm>
          <a:prstGeom prst="ellipse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39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92540" y="4736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Fail-closed enforcement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4390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Unsupported MCP shapes return PRECONDITION_FAILED. Never a silent fallthrough.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Durable, exportable evidence.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run is an append-only SQLite journal. Export a tamper-detectable audit bundle, verify its integrity, share a redacted version, and hand it to security.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583680" cy="3611880"/>
          </a:xfrm>
          <a:prstGeom prst="rect">
            <a:avLst/>
          </a:prstGeom>
          <a:solidFill>
            <a:srgbClr val="1218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90088"/>
            <a:ext cx="164592" cy="164592"/>
          </a:xfrm>
          <a:prstGeom prst="ellipse">
            <a:avLst/>
          </a:prstGeom>
          <a:solidFill>
            <a:srgbClr val="FF605C"/>
          </a:solidFill>
          <a:ln w="12700">
            <a:solidFill>
              <a:srgbClr val="FF60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2990088"/>
            <a:ext cx="164592" cy="164592"/>
          </a:xfrm>
          <a:prstGeom prst="ellipse">
            <a:avLst/>
          </a:prstGeom>
          <a:solidFill>
            <a:srgbClr val="FFBD44"/>
          </a:solidFill>
          <a:ln w="12700">
            <a:solidFill>
              <a:srgbClr val="FFBD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9304" y="2990088"/>
            <a:ext cx="164592" cy="164592"/>
          </a:xfrm>
          <a:prstGeom prst="ellipse">
            <a:avLst/>
          </a:prstGeom>
          <a:solidFill>
            <a:srgbClr val="00CA4E"/>
          </a:solidFill>
          <a:ln w="12700">
            <a:solidFill>
              <a:srgbClr val="00C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agentgit — audit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agentgit run-audit-export &lt;run-id&gt; bundle.tar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7947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agentgit run-audit-verify bundle.tar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agentgit run-audit-report bundle.tar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agentgit run-audit-share bundle.tar shared/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agentgit timeline &lt;run-id&gt;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2788920"/>
            <a:ext cx="4251960" cy="80467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2788920"/>
            <a:ext cx="91440" cy="80467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8986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Tamper-detectable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SHA-256 integrity over every artifact.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920" y="3721608"/>
            <a:ext cx="4251960" cy="80467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3721608"/>
            <a:ext cx="91440" cy="80467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8313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Operator-controlled export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41330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leaves the machine only when you say so.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60920" y="4654296"/>
            <a:ext cx="4251960" cy="80467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4654296"/>
            <a:ext cx="91440" cy="80467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47640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Redactable share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89520" y="50657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a sanitized bundle with security or compliance.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60920" y="5586984"/>
            <a:ext cx="4251960" cy="804672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0920" y="5586984"/>
            <a:ext cx="91440" cy="80467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5696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verify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589520" y="59984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reviewer can re-verify without the daemon.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surfaces. One governance spine.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OSS daemon runs locally and never sends data off the machine. AgentGit Cloud is a hosted GitHub-integrated layer on top of it for teams that want managed governance across many repos.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34290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926080"/>
            <a:ext cx="5394960" cy="7315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OSS DAEMON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930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Local-first. MIT.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complete governance pipeline, on your machine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Unix-domain socket IPC, CLI, TypeScript SDK, Python SDK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Append-only SQLite journal and tamper-detectable bundles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telemetry. No cloud handshake. Ever.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with any agent runtime that can talk to a socket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94960" cy="3429000"/>
          </a:xfrm>
          <a:prstGeom prst="rect">
            <a:avLst/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926080"/>
            <a:ext cx="5394960" cy="7315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AGENTGIT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4930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Hosted. GitHub-native.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41605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OAuth sign-in; multi-repo, multi-team oversight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Team-based approval flows with role-aware policy editing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Hosted run dashboard, timelines, recovery, and audit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SSO, SOC2 path, audit bundle federation across repos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on the same governance spine as the OSS daemon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AgentGit sits in the stack.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is not a replacement for your runtime or your observability. It is the governance layer you compose with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solidFill>
            <a:srgbClr val="222D3D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0100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AGENTGIT FITS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11064240" cy="868680"/>
          </a:xfrm>
          <a:prstGeom prst="rect">
            <a:avLst/>
          </a:prstGeom>
          <a:solidFill>
            <a:srgbClr val="1A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00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runtimes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3200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LangGraph, OpenAI Agents SDK, Claude Agent SDK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200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Orchestrate LLM calls, tool use, memory.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sits below them as the execution authority.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868680"/>
          </a:xfrm>
          <a:prstGeom prst="rect">
            <a:avLst/>
          </a:prstGeom>
          <a:solidFill>
            <a:srgbClr val="12182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 frameworks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8892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 AI, NeMo Guardrails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model outputs.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01000" y="4069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governs actions pre-execution and adds recovery.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64240" cy="868680"/>
          </a:xfrm>
          <a:prstGeom prst="rect">
            <a:avLst/>
          </a:prstGeom>
          <a:solidFill>
            <a:srgbClr val="1A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gateways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4937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Routing and translation layers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4937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tool calls.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4937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has MCP trust as one of eight subsystems.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669280"/>
            <a:ext cx="11064240" cy="868680"/>
          </a:xfrm>
          <a:prstGeom prst="rect">
            <a:avLst/>
          </a:prstGeom>
          <a:solidFill>
            <a:srgbClr val="12182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806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88920" y="5806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Langfuse, Helicone, Braintrust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5806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what the model said.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5806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logs what the agent actually did — with rollback.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AgentGit is for.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" y="2103120"/>
            <a:ext cx="3703320" cy="41148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" y="2103120"/>
            <a:ext cx="3703320" cy="868680"/>
          </a:xfrm>
          <a:prstGeom prst="rect">
            <a:avLst/>
          </a:prstGeom>
          <a:solidFill>
            <a:srgbClr val="222D3D"/>
          </a:solidFill>
          <a:ln w="12700">
            <a:solidFill>
              <a:srgbClr val="222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2103120"/>
            <a:ext cx="370332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Engineer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7220" y="2606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Owns the runtime agents execute 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" y="35204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incident and they're reconstructing the run by hand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Can't enforce "ask before deleting" past a prompt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audit trail a security review can accept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29100" y="2103120"/>
            <a:ext cx="3703320" cy="41148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9100" y="2103120"/>
            <a:ext cx="3703320" cy="868680"/>
          </a:xfrm>
          <a:prstGeom prst="rect">
            <a:avLst/>
          </a:prstGeom>
          <a:solidFill>
            <a:srgbClr val="222D3D"/>
          </a:solidFill>
          <a:ln w="12700">
            <a:solidFill>
              <a:srgbClr val="22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9100" y="2103120"/>
            <a:ext cx="370332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342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SRE / Head of Infra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03420" y="2606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the hook for blast radius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34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03420" y="35204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rollback that actually works under pressure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Wants fail-closed on anything not yet governed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Blocks autonomous workflows without OS-backed secrets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5300" y="2103120"/>
            <a:ext cx="3703320" cy="411480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5300" y="2103120"/>
            <a:ext cx="3703320" cy="868680"/>
          </a:xfrm>
          <a:prstGeom prst="rect">
            <a:avLst/>
          </a:prstGeom>
          <a:solidFill>
            <a:srgbClr val="222D3D"/>
          </a:solidFill>
          <a:ln w="12700">
            <a:solidFill>
              <a:srgbClr val="22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5300" y="2103120"/>
            <a:ext cx="370332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962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Manager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89620" y="2606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Accountable to security and the team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896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89620" y="35204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exportable, tamper-detectable evidence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Wants approval flows mapped to real reviewers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Can't ship agents without a control plane to point at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code. Real evidence. Shipping today.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965960"/>
            <a:ext cx="2697480" cy="201168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94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0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packages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authority-cli, daemon, sdk, schemas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2697480" cy="201168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194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0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42900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action flows through all of them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965960"/>
            <a:ext cx="2697480" cy="201168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2194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0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900+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in-repo tests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 ratchet enforced in CI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2697480" cy="201168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52560" y="2194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0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918972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outcomes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8116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 · deny · ask · simulate · snapshot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3434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MIT-licensed monorepo. Reproducible builds. Signed releases.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golden-fixture tests for every policy outcome.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Recovery drills and archived drill evidence in the repo.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Pre-launch adversarial audit plan; stress:autonomy live-validation harness.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Cloud spec defined; hosted GitHub integration on the roadmap.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Go-to-market: earn attention. Then earn money.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" y="2057400"/>
            <a:ext cx="3703320" cy="4251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" y="2057400"/>
            <a:ext cx="3703320" cy="7315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" y="2679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OSS launch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722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– 90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" y="3611880"/>
            <a:ext cx="548640" cy="2743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" y="379476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v0.1.x; land on HN, LinkedIn, X, r/LocalLLaMA, r/devops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Warm outreach: 20 design-partner DMs → 3 lighthouses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Weekly war-story posts from real governed runs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29100" y="2057400"/>
            <a:ext cx="3703320" cy="4251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9100" y="2057400"/>
            <a:ext cx="3703320" cy="7315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342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3420" y="2679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partners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0342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 days – 12 months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03420" y="3611880"/>
            <a:ext cx="548640" cy="2743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3420" y="379476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 25 design partners; bi-weekly calls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policy packs, inspector UI polish, calibration v2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Integrations: LangGraph, OpenAI Agents SDK, Claude Agent SDK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15300" y="2057400"/>
            <a:ext cx="3703320" cy="4251960"/>
          </a:xfrm>
          <a:prstGeom prst="rect">
            <a:avLst/>
          </a:prstGeom>
          <a:solidFill>
            <a:srgbClr val="1A223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5300" y="2057400"/>
            <a:ext cx="3703320" cy="7315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962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9620" y="2679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AgentGit Cloud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8962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12+ months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89620" y="3611880"/>
            <a:ext cx="548640" cy="27432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9620" y="379476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GitHub-integrated hosted dashboard, multi-operator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tier with SSO and approval flows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Enterprise: SOC2, on-prem control plane, audit federation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21820"/>
          </a:solidFill>
          <a:ln w="12700">
            <a:solidFill>
              <a:srgbClr val="12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14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146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deck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615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the agent.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the receipts.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94360" y="3611880"/>
            <a:ext cx="100584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things we want from you.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64240" cy="530352"/>
          </a:xfrm>
          <a:prstGeom prst="rect">
            <a:avLst/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4340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4343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43434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npm i -g @agentgit/authority-cli   ·   30 seconds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11064240" cy="530352"/>
          </a:xfrm>
          <a:prstGeom prst="rect">
            <a:avLst/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651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9651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49651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it against a real agent and tell us where the edges 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86984"/>
            <a:ext cx="11064240" cy="530352"/>
          </a:xfrm>
          <a:prstGeom prst="rect">
            <a:avLst/>
          </a:prstGeom>
          <a:solidFill>
            <a:srgbClr val="222D3D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8698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5869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with 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6240" y="55869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Become a lighthouse design partner — bi-weekly calls, first access to v0.2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spc="-5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pPr indent="0" marL="0">
              <a:buNone/>
            </a:pPr>
            <a:r>
              <a:rPr lang="en-US" sz="7000" b="1" spc="-50" kern="0" dirty="0">
                <a:solidFill>
                  <a:srgbClr val="0ACD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-200" kern="0" dirty="0">
                <a:solidFill>
                  <a:srgbClr val="F0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Thanks.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777240" y="3977640"/>
            <a:ext cx="1188720" cy="54864"/>
          </a:xfrm>
          <a:prstGeom prst="rect">
            <a:avLst/>
          </a:prstGeom>
          <a:solidFill>
            <a:srgbClr val="0ACDCF"/>
          </a:solidFill>
          <a:ln w="12700">
            <a:solidFill>
              <a:srgbClr val="0AC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BA3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Let's make agent autonomy survivable.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983480"/>
            <a:ext cx="7772400" cy="1051560"/>
          </a:xfrm>
          <a:prstGeom prst="rect">
            <a:avLst/>
          </a:prstGeom>
          <a:solidFill>
            <a:srgbClr val="12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120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C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github.com/dadbodgeoff/agentgit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55321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-g @agentgit/authority-cli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DevOps. Human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AgentGit — Pitch Deck</dc:title>
  <dc:subject>PptxGenJS Presentation</dc:subject>
  <dc:creator>AgentGit</dc:creator>
  <cp:lastModifiedBy>AgentGit</cp:lastModifiedBy>
  <cp:revision>1</cp:revision>
  <dcterms:created xsi:type="dcterms:W3CDTF">2026-04-08T13:25:34Z</dcterms:created>
  <dcterms:modified xsi:type="dcterms:W3CDTF">2026-04-08T13:25:34Z</dcterms:modified>
</cp:coreProperties>
</file>